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4208-5729-45ED-B1AE-5EA7AE6AB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B86030-D1EF-4154-A755-5B90899F4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A92D2A-444D-4814-8078-84B4F4A7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7FAA18-0109-482D-87E0-51FA20F8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E4590B-A6D9-4F0C-80E1-2820D60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82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CCFF8-992A-4CCD-B91D-44297850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63BDE8-DAAC-49A5-9F31-33313A88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D4D0DC-4E95-4F0F-AD41-7BF0727C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87BF9-B63E-49F0-91F5-375D3054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1BFA04-7536-4407-99FB-D0102DF1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55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851ED-73C3-41BD-9CC0-1B8404A4F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45AFC0-31FC-4F00-9C35-52038F6F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6A4784-30C6-49D7-B194-C88B7334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5659DF-9982-4D25-8DEB-2CDACDE0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FA043C-BB95-402C-987F-45E0F48E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26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5E107-C397-4746-972F-D38A92A1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CA0618-DC89-440D-A761-50C39B3FB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A8C47E-AD59-40B7-B1AD-B8EC6B76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42FD21-D0D7-4B15-9E60-E14A19B0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5E40A6-D861-4ADB-8EA1-3206A4AA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BFD249-7C5D-4D79-B728-9CE430CC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78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30473-B960-4AB0-852F-55EE23A28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0A6216-CA47-42BA-9B5D-3B354881A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3277E9-56E3-4E4A-BD79-41428ED18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D48148-95D4-49A1-98B6-4CD630FE3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E75E1D-A496-4D02-B877-A4BD0BB4A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8A0783-6E9C-41EB-BA5D-70DC6535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F2E4044-8BC1-4431-95C9-9BE10023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BDB1A4-372A-45B3-9DD9-EB987896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6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94062-54C3-42EC-A759-96AB5D3A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D5A81E-E37E-4A92-B8D3-771F1035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B23E67-EB35-4427-997E-26DA54371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BAA517-14F1-47CA-ADC0-4639D13F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13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8D45B0-F505-4467-84FF-8438810C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B887BC-0130-43AA-B62D-43CC942D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8EA261-F1C0-47D2-892C-70D98C5A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07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757A0-45B4-44A0-98B6-923E2D8D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416623-7F24-4A3A-9D08-FF6DA7EF3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075454-16C2-412A-B182-1E6DDC8E9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86B808-E79C-4A3F-A4FF-CA962494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8AF822-F9E7-42EB-B972-9A2568D6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1DDBD9-D261-42F2-8B43-44E0D44D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110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470D3-1F62-4E51-B148-14639A63E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070E2D-64F9-401B-B109-C556B05B4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A426AC-AEBF-4984-B6EC-24B4BF139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712DEA-1B4E-4877-9206-9E5940B2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34C881-3E43-47FA-AA6F-44CCAE89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289C55-891C-45BF-BBB4-78FF7B48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43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3B63B-FE3C-4829-8665-E52418F6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7CBD71-2A73-4BEF-B305-A125811FD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D35B0D-1B09-4BA3-BAD5-4A4579D1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276784-2DC3-4E94-BD74-AF7BF9FE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DDC2C-F8C6-40F6-8D5C-F0D792D4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150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6C8C3CB-1810-4DC7-8578-3533AD55E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709157-CB0E-4580-ABF4-3E10B6BF4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E751D2-9151-49F0-87CE-5D2C16FA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7E039-B0F4-4217-AFE6-FEEBD4AD2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6BF22-3450-4085-BB0B-D141171F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79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0FBF0-9788-45D8-BF15-59E7E347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CA7CF8-B48C-4382-B8F9-FD9FEB2EF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73ABF-5954-4D1E-9692-2EE8945E7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3AC76-D186-499D-80F5-81914EE4ED1D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A4A281-3BCA-4EB7-A986-AAC2FDBCD0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F36EC7-2E12-44C9-A084-0D2E209BC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35DE5-32A6-4DC3-9767-4DDE8A4D7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5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CD64B1-D529-4894-89AC-2F46E1D26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5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EB05EF-67B0-4168-982B-9D543E51A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3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E1728E-DFB1-4596-9E1B-86FF6FCDE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D1B511-A3C9-4A8D-A383-424F86799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8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0C2D4E-2DB0-4A6A-926F-C192805D9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1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C74F6F-75A9-4185-B212-7B85E7038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6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13DBDC-0D56-44B6-B007-A28F49B4A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350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Марина</dc:creator>
  <cp:lastModifiedBy>Марина</cp:lastModifiedBy>
  <cp:revision>2</cp:revision>
  <dcterms:created xsi:type="dcterms:W3CDTF">2025-06-05T18:24:52Z</dcterms:created>
  <dcterms:modified xsi:type="dcterms:W3CDTF">2025-06-05T18:28:15Z</dcterms:modified>
</cp:coreProperties>
</file>